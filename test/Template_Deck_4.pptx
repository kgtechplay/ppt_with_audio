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42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743200"/>
            <a:ext cx="8229600" cy="82296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371600"/>
            <a:ext cx="6400800" cy="640080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68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 ·  RENEWAL  ·  CALM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228600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EFF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Rooted in</a:t>
            </a:r>
            <a:endParaRPr lang="en-US" sz="5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EFF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real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868680" y="4937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soft, organic system built from overlapping rounded shapes and a botanical palette. Nothing sharp, nothing loud.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914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principles we grow by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10424160" cy="123444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27000" dist="38100" dir="5400000" algn="bl" rotWithShape="0">
              <a:srgbClr val="2C5F2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400300"/>
            <a:ext cx="731520" cy="731520"/>
          </a:xfrm>
          <a:prstGeom prst="ellipse">
            <a:avLst/>
          </a:prstGeom>
          <a:solidFill>
            <a:srgbClr val="EFF3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5831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235000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intentionally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94560" y="27706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rounded pill rows replace hard cards. Each row pairs an icon with a short idea.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566160"/>
            <a:ext cx="10424160" cy="123444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27000" dist="38100" dir="5400000" algn="bl" rotWithShape="0">
              <a:srgbClr val="2C5F2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43000" y="3817620"/>
            <a:ext cx="731520" cy="731520"/>
          </a:xfrm>
          <a:prstGeom prst="ellipse">
            <a:avLst/>
          </a:prstGeom>
          <a:solidFill>
            <a:srgbClr val="EFF3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0005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376732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 consistently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2194560" y="418795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palette stays earthy: forest, moss, cream, with a single warm gold accent.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8680" y="4983480"/>
            <a:ext cx="10424160" cy="123444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27000" dist="38100" dir="5400000" algn="bl" rotWithShape="0">
              <a:srgbClr val="2C5F2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5234940"/>
            <a:ext cx="731520" cy="731520"/>
          </a:xfrm>
          <a:prstGeom prst="ellipse">
            <a:avLst/>
          </a:prstGeom>
          <a:solidFill>
            <a:srgbClr val="EFF3E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54178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94560" y="51846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patiently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2194560" y="560527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spacing and curves give the layout an unhurried, natural rhythm.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2026-06-01T20:45:48Z</dcterms:modified>
</cp:coreProperties>
</file>