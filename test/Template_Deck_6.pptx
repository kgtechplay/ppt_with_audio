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4" r:id="rId2"/>
    <p:sldId id="265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66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Less,</a:t>
            </a:r>
            <a:endParaRPr lang="en-US" sz="5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but</a:t>
            </a:r>
            <a:endParaRPr lang="en-US" sz="5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better.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2377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29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minimalist split layout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0" y="32918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color panel, one white field, a single warm accent line. Maximum whitespace, minimum ornament.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4480560"/>
            <a:ext cx="640080" cy="45720"/>
          </a:xfrm>
          <a:prstGeom prst="rect">
            <a:avLst/>
          </a:prstGeom>
          <a:solidFill>
            <a:srgbClr val="FF5A3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F29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quiet steps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FF5A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19456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2971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every element that isn't earning its place on the slide.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94560" y="3611880"/>
            <a:ext cx="9052560" cy="0"/>
          </a:xfrm>
          <a:prstGeom prst="line">
            <a:avLst/>
          </a:prstGeom>
          <a:noFill/>
          <a:ln w="12700">
            <a:solidFill>
              <a:srgbClr val="E1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FF5A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19456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94560" y="4297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strict grid and let whitespace do the structural work.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94560" y="4937760"/>
            <a:ext cx="9052560" cy="0"/>
          </a:xfrm>
          <a:prstGeom prst="line">
            <a:avLst/>
          </a:prstGeom>
          <a:noFill/>
          <a:ln w="12700">
            <a:solidFill>
              <a:srgbClr val="E1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120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FF5A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194560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94560" y="5623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exactly one color to draw the eye, and nothing more.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194560" y="6263640"/>
            <a:ext cx="9052560" cy="0"/>
          </a:xfrm>
          <a:prstGeom prst="line">
            <a:avLst/>
          </a:prstGeom>
          <a:noFill/>
          <a:ln w="12700">
            <a:solidFill>
              <a:srgbClr val="E1E5E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Widescreen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Chitra Kashyap</cp:lastModifiedBy>
  <cp:revision>2</cp:revision>
  <dcterms:created xsi:type="dcterms:W3CDTF">2026-06-01T20:42:34Z</dcterms:created>
  <dcterms:modified xsi:type="dcterms:W3CDTF">2026-06-01T20:46:45Z</dcterms:modified>
</cp:coreProperties>
</file>