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7" r:id="rId2"/>
    <p:sldId id="256" r:id="rId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457345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LABEL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Title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16916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deck subtitle or framing sentence that introduces the points below.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2514600"/>
            <a:ext cx="54864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buSzPct val="100000"/>
              <a:buChar char="•"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key point</a:t>
            </a:r>
            <a:endParaRPr lang="en-US" sz="15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sentence of supporting detail here for context.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key point</a:t>
            </a:r>
            <a:endParaRPr lang="en-US" sz="15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Another supporting line that explains the point.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 key point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detail that wraps up this column.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629400" y="2514600"/>
            <a:ext cx="2423160" cy="1600200"/>
          </a:xfrm>
          <a:prstGeom prst="roundRect">
            <a:avLst>
              <a:gd name="adj" fmla="val 4571"/>
            </a:avLst>
          </a:prstGeom>
          <a:solidFill>
            <a:srgbClr val="F4F6FB"/>
          </a:solidFill>
          <a:ln w="12700">
            <a:solidFill>
              <a:srgbClr val="E5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30568" y="2715768"/>
            <a:ext cx="566928" cy="566928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8584" y="2843784"/>
            <a:ext cx="310896" cy="31089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830568" y="3355848"/>
            <a:ext cx="20208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Highlight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830568" y="3648456"/>
            <a:ext cx="20208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card description text.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9326880" y="2514600"/>
            <a:ext cx="2423160" cy="1600200"/>
          </a:xfrm>
          <a:prstGeom prst="roundRect">
            <a:avLst>
              <a:gd name="adj" fmla="val 4571"/>
            </a:avLst>
          </a:prstGeom>
          <a:solidFill>
            <a:srgbClr val="F4F6FB"/>
          </a:solidFill>
          <a:ln w="12700">
            <a:solidFill>
              <a:srgbClr val="E5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9528048" y="2715768"/>
            <a:ext cx="566928" cy="566928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56064" y="2843784"/>
            <a:ext cx="310896" cy="31089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9528048" y="3355848"/>
            <a:ext cx="20208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Highlight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9528048" y="3648456"/>
            <a:ext cx="20208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card description text.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629400" y="4389120"/>
            <a:ext cx="2423160" cy="1600200"/>
          </a:xfrm>
          <a:prstGeom prst="roundRect">
            <a:avLst>
              <a:gd name="adj" fmla="val 4571"/>
            </a:avLst>
          </a:prstGeom>
          <a:solidFill>
            <a:srgbClr val="F4F6FB"/>
          </a:solidFill>
          <a:ln w="12700">
            <a:solidFill>
              <a:srgbClr val="E5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830568" y="4590288"/>
            <a:ext cx="566928" cy="566928"/>
          </a:xfrm>
          <a:prstGeom prst="ellipse">
            <a:avLst/>
          </a:prstGeom>
          <a:solidFill>
            <a:srgbClr val="16C79A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58584" y="4718304"/>
            <a:ext cx="310896" cy="31089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830568" y="5230368"/>
            <a:ext cx="20208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Highlight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6830568" y="5522976"/>
            <a:ext cx="20208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card description text.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9326880" y="4389120"/>
            <a:ext cx="2423160" cy="1600200"/>
          </a:xfrm>
          <a:prstGeom prst="roundRect">
            <a:avLst>
              <a:gd name="adj" fmla="val 4571"/>
            </a:avLst>
          </a:prstGeom>
          <a:solidFill>
            <a:srgbClr val="F4F6FB"/>
          </a:solidFill>
          <a:ln w="12700">
            <a:solidFill>
              <a:srgbClr val="E5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9528048" y="4590288"/>
            <a:ext cx="566928" cy="566928"/>
          </a:xfrm>
          <a:prstGeom prst="ellipse">
            <a:avLst/>
          </a:prstGeom>
          <a:solidFill>
            <a:srgbClr val="FFC93C"/>
          </a:solidFill>
          <a:ln/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56064" y="4718304"/>
            <a:ext cx="310896" cy="310896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528048" y="5230368"/>
            <a:ext cx="20208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Highlight</a:t>
            </a:r>
            <a:endParaRPr lang="en-US" sz="1500" dirty="0"/>
          </a:p>
        </p:txBody>
      </p:sp>
      <p:sp>
        <p:nvSpPr>
          <p:cNvPr id="25" name="Text 19"/>
          <p:cNvSpPr/>
          <p:nvPr/>
        </p:nvSpPr>
        <p:spPr>
          <a:xfrm>
            <a:off x="9528048" y="5522976"/>
            <a:ext cx="20208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card description text.</a:t>
            </a:r>
            <a:endParaRPr lang="en-US" sz="1150" dirty="0"/>
          </a:p>
        </p:txBody>
      </p:sp>
      <p:sp>
        <p:nvSpPr>
          <p:cNvPr id="26" name="Shape 20"/>
          <p:cNvSpPr/>
          <p:nvPr/>
        </p:nvSpPr>
        <p:spPr>
          <a:xfrm>
            <a:off x="822960" y="6400800"/>
            <a:ext cx="365760" cy="4572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27" name="Text 21"/>
          <p:cNvSpPr/>
          <p:nvPr/>
        </p:nvSpPr>
        <p:spPr>
          <a:xfrm>
            <a:off x="82296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Company  ·  Confidential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9616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463040"/>
            <a:ext cx="4114800" cy="4114800"/>
          </a:xfrm>
          <a:prstGeom prst="ellipse">
            <a:avLst/>
          </a:prstGeom>
          <a:solidFill>
            <a:srgbClr val="F96167">
              <a:alpha val="8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98480" y="3749040"/>
            <a:ext cx="2926080" cy="2926080"/>
          </a:xfrm>
          <a:prstGeom prst="ellipse">
            <a:avLst/>
          </a:prstGeom>
          <a:solidFill>
            <a:srgbClr val="16C79A">
              <a:alpha val="7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914400" y="4754880"/>
            <a:ext cx="2743200" cy="2743200"/>
          </a:xfrm>
          <a:prstGeom prst="ellipse">
            <a:avLst/>
          </a:prstGeom>
          <a:solidFill>
            <a:srgbClr val="FFC93C">
              <a:alpha val="6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37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FFC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CATEGORY / SUBTITLE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240280"/>
            <a:ext cx="8778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Presentation Title</a:t>
            </a:r>
            <a:endParaRPr lang="en-US" sz="5000" dirty="0"/>
          </a:p>
          <a:p>
            <a:pPr marL="0" indent="0">
              <a:lnSpc>
                <a:spcPct val="98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Goes Right Here</a:t>
            </a:r>
            <a:endParaRPr lang="en-US" sz="5000" dirty="0"/>
          </a:p>
        </p:txBody>
      </p:sp>
      <p:sp>
        <p:nvSpPr>
          <p:cNvPr id="7" name="Text 5"/>
          <p:cNvSpPr/>
          <p:nvPr/>
        </p:nvSpPr>
        <p:spPr>
          <a:xfrm>
            <a:off x="822960" y="44348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C7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short, punchy one-line description of what this deck is about.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22960" y="5715000"/>
            <a:ext cx="457200" cy="64008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5897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 Name</a:t>
            </a: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</a:t>
            </a:r>
            <a:r>
              <a:rPr lang="en-US" sz="1400" dirty="0">
                <a:solidFill>
                  <a:srgbClr val="C7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107</Words>
  <Application>Microsoft Office PowerPoint</Application>
  <PresentationFormat>Widescreen</PresentationFormat>
  <Paragraphs>26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Trebuchet MS</vt:lpstr>
      <vt:lpstr>Office Theme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Template</dc:title>
  <dc:subject>PptxGenJS Presentation</dc:subject>
  <dc:creator>Template</dc:creator>
  <cp:lastModifiedBy>Chitra Kashyap</cp:lastModifiedBy>
  <cp:revision>3</cp:revision>
  <dcterms:created xsi:type="dcterms:W3CDTF">2026-06-01T19:17:24Z</dcterms:created>
  <dcterms:modified xsi:type="dcterms:W3CDTF">2026-06-01T19:42:04Z</dcterms:modified>
</cp:coreProperties>
</file>