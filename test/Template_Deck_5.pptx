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2" r:id="rId2"/>
    <p:sldId id="263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32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A855F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91440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21829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SYSTEM 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
</a:t>
            </a:r>
            <a:r>
              <a:rPr lang="en-US" sz="5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</a:t>
            </a:r>
            <a:r>
              <a:rPr lang="en-US" sz="56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stack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68680" y="4663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8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 dark, neon-accented system. Monospace headers, glowing orbs, electric cyan-violet-lime accents on near-black.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03_FEATURES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68680" y="868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get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68680" y="2103120"/>
            <a:ext cx="3383280" cy="3291840"/>
          </a:xfrm>
          <a:prstGeom prst="rect">
            <a:avLst/>
          </a:prstGeom>
          <a:solidFill>
            <a:srgbClr val="12182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3383280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514600"/>
            <a:ext cx="777240" cy="77724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27157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by default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88720" y="4069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sits on a dark panel with one neon edge. Monospace type reinforces the technical feel.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0" y="2103120"/>
            <a:ext cx="3383280" cy="3291840"/>
          </a:xfrm>
          <a:prstGeom prst="rect">
            <a:avLst/>
          </a:prstGeom>
          <a:solidFill>
            <a:srgbClr val="121829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103120"/>
            <a:ext cx="3383280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Shape 9"/>
          <p:cNvSpPr/>
          <p:nvPr/>
        </p:nvSpPr>
        <p:spPr>
          <a:xfrm>
            <a:off x="4892040" y="2514600"/>
            <a:ext cx="777240" cy="77724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271576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Designed in dark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92040" y="4069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white anywhere — the contrast comes from glow and saturated accent strokes.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75320" y="2103120"/>
            <a:ext cx="3383280" cy="3291840"/>
          </a:xfrm>
          <a:prstGeom prst="rect">
            <a:avLst/>
          </a:prstGeom>
          <a:solidFill>
            <a:srgbClr val="121829"/>
          </a:solidFill>
          <a:ln/>
        </p:spPr>
      </p:sp>
      <p:sp>
        <p:nvSpPr>
          <p:cNvPr id="17" name="Shape 13"/>
          <p:cNvSpPr/>
          <p:nvPr/>
        </p:nvSpPr>
        <p:spPr>
          <a:xfrm>
            <a:off x="8275320" y="2103120"/>
            <a:ext cx="3383280" cy="82296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18" name="Shape 14"/>
          <p:cNvSpPr/>
          <p:nvPr/>
        </p:nvSpPr>
        <p:spPr>
          <a:xfrm>
            <a:off x="8595360" y="2514600"/>
            <a:ext cx="777240" cy="77724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A3E63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28" y="271576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9536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to ship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595360" y="4069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accent colors rotate across cards so the palette stays lively but controlled.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686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anthropic.template // 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Consolas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Chitra Kashyap</cp:lastModifiedBy>
  <cp:revision>2</cp:revision>
  <dcterms:created xsi:type="dcterms:W3CDTF">2026-06-01T20:42:34Z</dcterms:created>
  <dcterms:modified xsi:type="dcterms:W3CDTF">2026-06-01T20:46:10Z</dcterms:modified>
</cp:coreProperties>
</file>