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66" r:id="rId2"/>
    <p:sldId id="26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6572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A10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-2011680"/>
            <a:ext cx="3657600" cy="3657600"/>
          </a:xfrm>
          <a:prstGeom prst="ellipse">
            <a:avLst/>
          </a:prstGeom>
          <a:solidFill>
            <a:srgbClr val="4E31AA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1280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600" dirty="0">
                <a:solidFill>
                  <a:srgbClr val="FFB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103601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5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believe great design</a:t>
            </a:r>
            <a:endParaRPr lang="en-US" sz="4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5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disappears into use.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9B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a centered, full-bleed statement template —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E31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82296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2194560"/>
            <a:ext cx="9875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5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Replace this with a single, powerful idea. One sentence, set large, given room to breathe — the whole slide exists to frame it.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896112" y="5257800"/>
            <a:ext cx="548640" cy="54864"/>
          </a:xfrm>
          <a:prstGeom prst="rect">
            <a:avLst/>
          </a:prstGeom>
          <a:solidFill>
            <a:srgbClr val="FFB26B"/>
          </a:solidFill>
          <a:ln/>
        </p:spPr>
      </p:sp>
      <p:sp>
        <p:nvSpPr>
          <p:cNvPr id="5" name="Text 2"/>
          <p:cNvSpPr/>
          <p:nvPr/>
        </p:nvSpPr>
        <p:spPr>
          <a:xfrm>
            <a:off x="868680" y="5440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NAME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B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Organisation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</Words>
  <Application>Microsoft Office PowerPoint</Application>
  <PresentationFormat>Widescreen</PresentationFormat>
  <Paragraphs>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Georgia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Chitra Kashyap</cp:lastModifiedBy>
  <cp:revision>2</cp:revision>
  <dcterms:created xsi:type="dcterms:W3CDTF">2026-06-01T20:42:34Z</dcterms:created>
  <dcterms:modified xsi:type="dcterms:W3CDTF">2026-06-01T20:47:24Z</dcterms:modified>
</cp:coreProperties>
</file>