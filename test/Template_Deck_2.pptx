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1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0" cy="5212080"/>
          </a:xfrm>
          <a:prstGeom prst="line">
            <a:avLst/>
          </a:prstGeom>
          <a:noFill/>
          <a:ln w="12700">
            <a:solidFill>
              <a:srgbClr val="232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kern="0" spc="100" dirty="0">
                <a:solidFill>
                  <a:srgbClr val="B54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Nº 01  —  EDITORIAL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51560" y="1554480"/>
            <a:ext cx="9601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6400" b="1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</a:t>
            </a:r>
            <a:endParaRPr lang="en-US" sz="64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6400" b="1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6400" dirty="0"/>
          </a:p>
          <a:p>
            <a:pPr marL="0" indent="0">
              <a:lnSpc>
                <a:spcPct val="96000"/>
              </a:lnSpc>
              <a:buNone/>
            </a:pPr>
            <a:r>
              <a:rPr lang="en-US" sz="6400" b="1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Things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97280" y="49834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essay-style opening. Long-form thinking, set in a serif voice, with generous margins and a single restrained accent.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07040" y="5943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dirty="0">
                <a:solidFill>
                  <a:srgbClr val="B54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B54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CHAPTER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Structure and Restraint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9525">
            <a:solidFill>
              <a:srgbClr val="2320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1005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B548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1691640" y="219456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placeholder paragraph begins here, flowing as body copy in a serif face. It is the kind of text that fills a column comfortably, with even rhythm and an unhurried tone. Replace it with your own narrative content.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09360" y="219456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320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second column continues the thought. Two-column prose reads as a printed page rather than a slide. Keep paragraphs short and let the whitespace carry the weight. This layout favours reading over scanning, and rewards considered writing over bullet fragments.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continued  —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14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Chitra Kashyap</cp:lastModifiedBy>
  <cp:revision>2</cp:revision>
  <dcterms:created xsi:type="dcterms:W3CDTF">2026-06-01T20:42:34Z</dcterms:created>
  <dcterms:modified xsi:type="dcterms:W3CDTF">2026-06-01T20:44:50Z</dcterms:modified>
</cp:coreProperties>
</file>