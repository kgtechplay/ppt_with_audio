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8" r:id="rId2"/>
    <p:sldId id="259" r:id="rId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491025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731520"/>
            <a:ext cx="10698480" cy="5394960"/>
          </a:xfrm>
          <a:prstGeom prst="rect">
            <a:avLst/>
          </a:prstGeom>
          <a:solidFill>
            <a:srgbClr val="FFFFFF"/>
          </a:solidFill>
          <a:ln w="63500">
            <a:solidFill>
              <a:srgbClr val="111111"/>
            </a:solidFill>
            <a:prstDash val="solid"/>
          </a:ln>
          <a:effectLst>
            <a:outerShdw blurRad="101600" dist="88900" dir="8100000" algn="bl" rotWithShape="0">
              <a:srgbClr val="111111">
                <a:alpha val="10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731520" y="731520"/>
            <a:ext cx="3840480" cy="1188720"/>
          </a:xfrm>
          <a:prstGeom prst="rect">
            <a:avLst/>
          </a:prstGeom>
          <a:solidFill>
            <a:srgbClr val="FFE600"/>
          </a:solidFill>
          <a:ln w="63500">
            <a:solidFill>
              <a:srgbClr val="11111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77724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MAKE IT LOUD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97280" y="2194560"/>
            <a:ext cx="82296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56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BOLD.</a:t>
            </a:r>
            <a:endParaRPr lang="en-US" sz="560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56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BLOCKY.</a:t>
            </a:r>
            <a:endParaRPr lang="en-US" sz="560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56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UNAPOLOGETIC.</a:t>
            </a:r>
            <a:endParaRPr lang="en-US" sz="5600" dirty="0"/>
          </a:p>
        </p:txBody>
      </p:sp>
      <p:sp>
        <p:nvSpPr>
          <p:cNvPr id="6" name="Shape 4"/>
          <p:cNvSpPr/>
          <p:nvPr/>
        </p:nvSpPr>
        <p:spPr>
          <a:xfrm>
            <a:off x="7863840" y="4297680"/>
            <a:ext cx="3291840" cy="1463040"/>
          </a:xfrm>
          <a:prstGeom prst="rect">
            <a:avLst/>
          </a:prstGeom>
          <a:solidFill>
            <a:srgbClr val="2D5BFF"/>
          </a:solidFill>
          <a:ln w="63500">
            <a:solidFill>
              <a:srgbClr val="111111"/>
            </a:solidFill>
            <a:prstDash val="solid"/>
          </a:ln>
          <a:effectLst>
            <a:outerShdw blurRad="101600" dist="88900" dir="8100000" algn="bl" rotWithShape="0">
              <a:srgbClr val="111111">
                <a:alpha val="10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001000" y="443484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SUBTITLE GOES HERE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097280" y="5074920"/>
            <a:ext cx="822960" cy="822960"/>
          </a:xfrm>
          <a:prstGeom prst="ellipse">
            <a:avLst/>
          </a:prstGeom>
          <a:solidFill>
            <a:srgbClr val="FF4FD8"/>
          </a:solidFill>
          <a:ln w="50800">
            <a:solidFill>
              <a:srgbClr val="111111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SECTION // 02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IT WORKS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31520" y="1965960"/>
            <a:ext cx="5212080" cy="1828800"/>
          </a:xfrm>
          <a:prstGeom prst="rect">
            <a:avLst/>
          </a:prstGeom>
          <a:solidFill>
            <a:srgbClr val="FFE600"/>
          </a:solidFill>
          <a:ln w="50800">
            <a:solidFill>
              <a:srgbClr val="111111"/>
            </a:solidFill>
            <a:prstDash val="solid"/>
          </a:ln>
          <a:effectLst>
            <a:outerShdw blurRad="101600" dist="88900" dir="8100000" algn="bl" rotWithShape="0">
              <a:srgbClr val="111111">
                <a:alpha val="10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2130552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60120" y="280720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FIRST BLOCK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60120" y="3172968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Heavy borders, zero rounding, offset solid shadow.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17920" y="1965960"/>
            <a:ext cx="5212080" cy="1828800"/>
          </a:xfrm>
          <a:prstGeom prst="rect">
            <a:avLst/>
          </a:prstGeom>
          <a:solidFill>
            <a:srgbClr val="FFFFFF"/>
          </a:solidFill>
          <a:ln w="50800">
            <a:solidFill>
              <a:srgbClr val="111111"/>
            </a:solidFill>
            <a:prstDash val="solid"/>
          </a:ln>
          <a:effectLst>
            <a:outerShdw blurRad="101600" dist="88900" dir="8100000" algn="bl" rotWithShape="0">
              <a:srgbClr val="111111">
                <a:alpha val="10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46520" y="2130552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6446520" y="280720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SECOND BLOCK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446520" y="3172968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 block with the same black frame for contrast.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31520" y="4069080"/>
            <a:ext cx="5212080" cy="1828800"/>
          </a:xfrm>
          <a:prstGeom prst="rect">
            <a:avLst/>
          </a:prstGeom>
          <a:solidFill>
            <a:srgbClr val="2D5BFF"/>
          </a:solidFill>
          <a:ln w="50800">
            <a:solidFill>
              <a:srgbClr val="111111"/>
            </a:solidFill>
            <a:prstDash val="solid"/>
          </a:ln>
          <a:effectLst>
            <a:outerShdw blurRad="101600" dist="88900" dir="8100000" algn="bl" rotWithShape="0">
              <a:srgbClr val="111111">
                <a:alpha val="10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60120" y="4233672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960120" y="491032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THIRD BLOCK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960120" y="5276088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AEA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 block flips text to white. Same system, more punch.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17920" y="4069080"/>
            <a:ext cx="5212080" cy="1828800"/>
          </a:xfrm>
          <a:prstGeom prst="rect">
            <a:avLst/>
          </a:prstGeom>
          <a:solidFill>
            <a:srgbClr val="FF4FD8"/>
          </a:solidFill>
          <a:ln w="50800">
            <a:solidFill>
              <a:srgbClr val="111111"/>
            </a:solidFill>
            <a:prstDash val="solid"/>
          </a:ln>
          <a:effectLst>
            <a:outerShdw blurRad="101600" dist="88900" dir="8100000" algn="bl" rotWithShape="0">
              <a:srgbClr val="111111">
                <a:alpha val="10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46520" y="4233672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6446520" y="491032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FOURTH BLOCK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446520" y="5276088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AEA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pops carry the energy without any gradients.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74</Words>
  <Application>Microsoft Office PowerPoint</Application>
  <PresentationFormat>Widescreen</PresentationFormat>
  <Paragraphs>21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Arial Black</vt:lpstr>
      <vt:lpstr>Office Theme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Chitra Kashyap</cp:lastModifiedBy>
  <cp:revision>2</cp:revision>
  <dcterms:created xsi:type="dcterms:W3CDTF">2026-06-01T20:42:34Z</dcterms:created>
  <dcterms:modified xsi:type="dcterms:W3CDTF">2026-06-01T20:45:24Z</dcterms:modified>
</cp:coreProperties>
</file>